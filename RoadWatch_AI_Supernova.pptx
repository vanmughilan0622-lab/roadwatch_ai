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RoadWatch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Audit System &amp; Infrastructure Transparency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Supernova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Mughilan (Leader)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Manjunath Badiger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Giridhar Kavya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Jyothi Mohan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256032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Noorulla
Lohith A N
ANKITHA D K
MOULYA MAHESH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42432" y="1371600"/>
            <a:ext cx="3401568" cy="228600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554480"/>
            <a:ext cx="914400" cy="109728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2194560"/>
            <a:ext cx="914400" cy="109728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834640"/>
            <a:ext cx="914400" cy="109728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011680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560320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3200400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ROAD MONITORING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Database submitted via Unstop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Zero Budget Transparency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road repair budgets are hidden from public view, enabling unchecked overspending.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64008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No Hazard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no reliable way to report or track road hazards like potholes and faded markings.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64008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Rapid Deterioration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337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conditions worsen quickly without timely intervention, causing accidents and vehicle damage.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64008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Lack of Incentives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337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gamified system exists to motivate citizens to actively contribute to road safety.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RoadWatch 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904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15270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anomaly detection platform using live dashcam feeds to identify road hazards instantly.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3192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904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40680" y="15270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Hazard Mapping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with severity-based markers for potholes, cracks, and faded road markings.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393192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363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43000" y="3172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Synchronization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sync with municipal budgets to highlight expenditure efficiency and spending accountability.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393192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1363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40680" y="3172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Rewards Program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749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incentive system to motivate continuous public auditing and community participation.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31920" cy="16002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94360" cy="5943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441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" y="19202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Glowing severity-based markers for instantaneous hazard identification across the city road network.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3931920" cy="160020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3441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Rewards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19202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points and rank badges for verified anomaly reporting. Citizens level up as they contribute.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3931920" cy="160020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1729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Analytics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" y="37490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indices including Ride Comfort Score and Surface Quality Index for data-driven decisions.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971800"/>
            <a:ext cx="3931920" cy="1600200"/>
          </a:xfrm>
          <a:prstGeom prst="rect">
            <a:avLst/>
          </a:prstGeom>
          <a:solidFill>
            <a:srgbClr val="FEF3C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9184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31729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Anomaly Reports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82312" y="37490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telemetry and detailed reports enable rapid repair crew dispatch to the right location.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28600" cy="16459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Vite  ·  Tailwind CSS  ·  Glassmorphism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228600" cy="16459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React-Leaflet  ·  CartoDB  ·  Dark Base Maps  ·  GeoJSON 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228600" cy="1645920"/>
          </a:xfrm>
          <a:prstGeom prst="rect">
            <a:avLst/>
          </a:prstGeom>
          <a:solidFill>
            <a:srgbClr val="BF2600"/>
          </a:solidFill>
          <a:ln w="12700">
            <a:solidFill>
              <a:srgbClr val="BF2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2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 ·  Simulated Dashcam Inference  ·  REST APIs  ·  Anomaly 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71800"/>
            <a:ext cx="228600" cy="164592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  ·  Axios  ·  JSON Data Models  ·  Real-time Updates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Increases fiscal transparency by correlating road budgets with actual quality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Reduces vehicular damage and accidents through early hazard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Encourages crowdsourced governance via the Citizen Rewards 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36576" cy="3931920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931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8105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actual vehicle telematics for real dashcam data feeds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423160"/>
            <a:ext cx="3931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770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ledgers for immutable, tamper-proof budget audit trails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383280"/>
            <a:ext cx="3931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730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AI-predicted maintenance schedules before roads deteriorate critically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0D2040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🛣️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RoadWatch AI  ·  Team Supernova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 |   Code &amp; Database submitted via Unstop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RoadWatch AI</dc:title>
  <dc:subject>PptxGenJS Presentation</dc:subject>
  <dc:creator>PptxGenJS</dc:creator>
  <cp:lastModifiedBy>PptxGenJS</cp:lastModifiedBy>
  <cp:revision>1</cp:revision>
  <dcterms:created xsi:type="dcterms:W3CDTF">2026-05-31T17:39:01Z</dcterms:created>
  <dcterms:modified xsi:type="dcterms:W3CDTF">2026-05-31T17:39:01Z</dcterms:modified>
</cp:coreProperties>
</file>